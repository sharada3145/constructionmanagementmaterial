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A1E50"/>
                </a:solidFill>
              </a:defRPr>
            </a:pPr>
            <a:r>
              <a:t>BuildIQ</a:t>
            </a:r>
          </a:p>
          <a:p>
            <a:r>
              <a:t>Construction Material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808080"/>
                </a:solidFill>
              </a:defRPr>
            </a:pPr>
            <a:r>
              <a:t>Team Members: [Names]</a:t>
            </a:r>
          </a:p>
          <a:p>
            <a:r>
              <a:t>College Name: [College]</a:t>
            </a:r>
          </a:p>
          <a:p>
            <a:r>
              <a:t>Guide Name: [Guide]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BuildIQ?</a:t>
            </a:r>
          </a:p>
          <a:p>
            <a:pPr lvl="1"/>
            <a:r>
              <a:t>A digital solution for managing construction materials efficiently.</a:t>
            </a:r>
          </a:p>
          <a:p>
            <a:pPr/>
            <a:r>
              <a:t>Why do construction companies need it?</a:t>
            </a:r>
          </a:p>
          <a:p>
            <a:pPr lvl="1"/>
            <a:r>
              <a:t>To track materials accurately and avoid losses.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Difficulty in tracking materials manually.</a:t>
            </a:r>
          </a:p>
          <a:p>
            <a:r>
              <a:t>Stock wastage and shortages.</a:t>
            </a:r>
          </a:p>
          <a:p>
            <a:r>
              <a:t>No clear visibility of material consumption.</a:t>
            </a:r>
          </a:p>
          <a:p>
            <a:r>
              <a:t>Time-consuming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Purpose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digitize construction material management.</a:t>
            </a:r>
          </a:p>
          <a:p>
            <a:r>
              <a:t>To track stock movement from the central warehouse to branches.</a:t>
            </a:r>
          </a:p>
          <a:p>
            <a:r>
              <a:t>To provide real-time analytics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inventory efficiently.</a:t>
            </a:r>
          </a:p>
          <a:p>
            <a:r>
              <a:t>Monitor material consumption.</a:t>
            </a:r>
          </a:p>
          <a:p>
            <a:r>
              <a:t>Generate professional reports.</a:t>
            </a:r>
          </a:p>
          <a:p>
            <a:r>
              <a:t>Reduce wastage and improve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How the Application Was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Node.js and Express.js</a:t>
            </a:r>
          </a:p>
          <a:p>
            <a:r>
              <a:t>Database: MongoDB</a:t>
            </a:r>
          </a:p>
          <a:p>
            <a:r>
              <a:t>Authentication and Role-Based Access</a:t>
            </a:r>
          </a:p>
          <a:p>
            <a:r>
              <a:t>Dashboard and Reporting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</a:t>
            </a:r>
          </a:p>
          <a:p>
            <a:r>
              <a:t>Stock Manager</a:t>
            </a:r>
          </a:p>
          <a:p>
            <a:r>
              <a:t>Constructor/Branch Manager</a:t>
            </a:r>
          </a:p>
          <a:p>
            <a:r>
              <a:t>Database</a:t>
            </a:r>
          </a:p>
          <a:p>
            <a:r>
              <a:t>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[Diagram Placeholder]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 inventory management</a:t>
            </a:r>
          </a:p>
          <a:p>
            <a:r>
              <a:t>Stock transfer between branches</a:t>
            </a:r>
          </a:p>
          <a:p>
            <a:r>
              <a:t>Daily, weekly, and monthly consumption tracking</a:t>
            </a:r>
          </a:p>
          <a:p>
            <a:r>
              <a:t>Smart material name suggestion using AI</a:t>
            </a:r>
          </a:p>
          <a:p>
            <a:r>
              <a:t>Professional PDF reports</a:t>
            </a:r>
          </a:p>
          <a:p>
            <a:r>
              <a:t>Dashboard with graphs and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Manager adds materials to stock.</a:t>
            </a:r>
          </a:p>
          <a:p>
            <a:r>
              <a:t>Step 2: Constructor requests materials.</a:t>
            </a:r>
          </a:p>
          <a:p>
            <a:r>
              <a:t>Step 3: System updates inventory automatically.</a:t>
            </a:r>
          </a:p>
          <a:p>
            <a:r>
              <a:t>Step 4: Dashboard displays analytics and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Benefits of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</a:t>
            </a:r>
          </a:p>
          <a:p>
            <a:r>
              <a:t>Reduces material wastage</a:t>
            </a:r>
          </a:p>
          <a:p>
            <a:r>
              <a:t>Improves decision-making</a:t>
            </a:r>
          </a:p>
          <a:p>
            <a:r>
              <a:t>Provides transparency</a:t>
            </a:r>
          </a:p>
          <a:p>
            <a:r>
              <a:t>Easy stock tracking</a:t>
            </a:r>
          </a:p>
          <a:p>
            <a:r>
              <a:t>Better demand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How Users Can Use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to the system.</a:t>
            </a:r>
          </a:p>
          <a:p>
            <a:r>
              <a:t>Add or request materials.</a:t>
            </a:r>
          </a:p>
          <a:p>
            <a:r>
              <a:t>View stock availability.</a:t>
            </a:r>
          </a:p>
          <a:p>
            <a:r>
              <a:t>Generate reports.</a:t>
            </a:r>
          </a:p>
          <a:p>
            <a:r>
              <a:t>Monitor consumption through the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[Screenshot Placeholder]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78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application</a:t>
            </a:r>
          </a:p>
          <a:p>
            <a:r>
              <a:t>QR code scanning</a:t>
            </a:r>
          </a:p>
          <a:p>
            <a:r>
              <a:t>Predictive analytics using AI</a:t>
            </a:r>
          </a:p>
          <a:p>
            <a:r>
              <a:t>Multi-company support</a:t>
            </a:r>
          </a:p>
          <a:p>
            <a:r>
              <a:t>Real-time notifications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BuildIQ simplifies construction material management and helps organizations efficiently track, manage, and analyze material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